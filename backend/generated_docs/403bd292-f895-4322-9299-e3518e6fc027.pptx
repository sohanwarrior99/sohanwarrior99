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 6 page on Artificial Intelligence vs Human Intelligence: Competition or Collaboration</a:t>
            </a:r>
          </a:p>
        </p:txBody>
      </p:sp>
      <p:sp>
        <p:nvSpPr>
          <p:cNvPr id="3" name="Content Placeholder 2"/>
          <p:cNvSpPr>
            <a:spLocks noGrp="1"/>
          </p:cNvSpPr>
          <p:nvPr>
            <p:ph idx="1"/>
          </p:nvPr>
        </p:nvSpPr>
        <p:spPr/>
        <p:txBody>
          <a:bodyPr/>
          <a:lstStyle/>
          <a:p>
            <a:r>
              <a:t>Artificial Intelligence (AI) is no longer a futuristic concept confined to science fiction. It is already transforming industries, education, healthcare, finance, and even daily personal life. By 2040, AI is expected to become deeply integrated into human society. The central question is not whether AI will exist - but whether it will act as a threat, a tool, or a teammate to humanity.</a:t>
            </a:r>
          </a:p>
          <a:p/>
          <a:p>
            <a:r>
              <a:t>6 pages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